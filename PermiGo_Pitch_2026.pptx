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" cy="6858000"/>
          </a:xfrm>
          <a:prstGeom prst="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6366F1"/>
                </a:solidFill>
              </a:defRPr>
            </a:pPr>
            <a:r>
              <a:t>PermiGo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</a:defRPr>
            </a:pPr>
            <a:r>
              <a:t>Le permis en habitude quotidienne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</a:defRPr>
            </a:pPr>
            <a:r>
              <a:t>Gamification · Classement · Validation REMC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B0D1A"/>
                </a:solidFill>
              </a:defRPr>
            </a:pPr>
            <a:r>
              <a:t>Le problème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0D1A"/>
                </a:solidFill>
              </a:defRPr>
            </a:pPr>
            <a:r>
              <a:t>Faible engagement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Entre deux leçons, les élèves n'ont aucun retour sur leur progression.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1188720"/>
            <a:ext cx="411480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0" y="146304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0D1A"/>
                </a:solidFill>
              </a:defRPr>
            </a:pPr>
            <a:r>
              <a:t>Abandons silencieux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Les moniteurs ne détectent l'abandon de l'élève que trop tard.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366F1"/>
                </a:solidFill>
              </a:defRPr>
            </a:pPr>
            <a:r>
              <a:t>Les auto-écoles traditionnelles perdent des élèves faute d'engagement quotidien.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B0D1A"/>
                </a:solidFill>
              </a:defRPr>
            </a:pPr>
            <a:r>
              <a:t>Notre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3200400"/>
          </a:xfrm>
          <a:prstGeom prst="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D1A"/>
                </a:solidFill>
              </a:defRPr>
            </a:pPr>
            <a:r>
              <a:t>Streaks quotidiens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Récompenser la régularité. Créer une habitude.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D1A"/>
                </a:solidFill>
              </a:defRPr>
            </a:pPr>
            <a:r>
              <a:t>Classement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Saine compétition intra-école. Fierté d'être classé.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2560320" cy="3200400"/>
          </a:xfrm>
          <a:prstGeom prst="rect">
            <a:avLst/>
          </a:prstGeom>
          <a:solidFill>
            <a:srgbClr val="E9D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0D1A"/>
                </a:solidFill>
              </a:defRPr>
            </a:pPr>
            <a:r>
              <a:t>Validation REMC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011680"/>
            <a:ext cx="2194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t>Suivi pédagogique officiel. Compétences validées.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Prêt à transformer votre auto-école ?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68880" y="22860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6366F1"/>
                </a:solidFill>
              </a:defRPr>
            </a:pPr>
            <a:r>
              <a:t>29€ / mois par moniteur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3108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+ 1 mois gratuit pour les 10 premiers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9FAFB"/>
                </a:solidFill>
              </a:defRPr>
            </a:pPr>
            <a:r>
              <a:t>Sans installation · Sans engagement · Démarrage immédiat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